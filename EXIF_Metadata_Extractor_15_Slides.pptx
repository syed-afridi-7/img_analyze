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914400"/>
            <a:ext cx="4297680" cy="411480"/>
          </a:xfrm>
          <a:prstGeom prst="roundRect">
            <a:avLst/>
          </a:prstGeom>
          <a:solidFill>
            <a:srgbClr val="141B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FINAL-YEAR PROJECT  •  CYBER SECURITY &amp;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</a:defRPr>
            </a:pPr>
            <a:r>
              <a:t>EXIF Metadata Extractor &amp;</a:t>
            </a:r>
            <a:br/>
            <a:r>
              <a:t>Privacy Inspector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OSINT Image Telemetry Audit, Forensic Integrity Verification &amp; In-Memory Privacy Sanitization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2377440" cy="128016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SUBMITTED BY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Student Name</a:t>
            </a:r>
            <a:br/>
            <a:r>
              <a:t>Reg. No: C23UG206CAPxxx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114800"/>
            <a:ext cx="2377440" cy="128016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COURSE &amp; DEPT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Bachelor of Computer Applications</a:t>
            </a:r>
            <a:br/>
            <a:r>
              <a:t>Dept. of Computer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2377440" cy="128016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INSTITUTION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Sona College of Arts and Science</a:t>
            </a:r>
            <a:br/>
            <a:r>
              <a:t>Periyar University, Salem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114800"/>
            <a:ext cx="2377440" cy="128016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ACADEMIC YEAR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2025 – 2026</a:t>
            </a:r>
            <a:br/>
            <a:r>
              <a:t>Guide: Project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TITLE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Introduction: Digital Image Footprints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THE CONTEXT, NEED &amp; PROJECT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THE CONTEXT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Modern smartphones and digital cameras record hidden metadata (EXIF) with every snapshot.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Data silently travels with original image attachments when shared via email, cloud drives, or chat apps.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Exposes exact capture environments, physical locations, and hardware signatures without user awareness.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THE PRIVACY NEED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Location privacy: Preserving home, school, and routine workplace coordinates from leaks.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Forensic authenticity: Verifying whether digital media has been modified or re-compressed.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Active mitigation: Providing users with instant, zero-trust tools to sanitize files before publishing.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PROJECT PURPOSE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 hybrid OSINT auditing and digital forensics privacy engine built with Python &amp; Streamlit.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Deeply parses EXIF, calculates cryptographic hashes, and maps GPS coordinates.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Includes a zero-disk in-memory scrubber to strip metadata and export clean, safe photos.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INTRODUCTION PHASE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Problem Statement: Metadata Vulnerabilities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UNCONSCIOUS FOOTPRINTS &amp; CYBER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📍 Geolocation Exposure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Embedded GPS coordinates pinpoint individuals down to meters.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Leads to physical stalking, burglary profiling, and residential tracing.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Exposes children's school locations and personal daily travel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📷 Hardware Profiling &amp; Serials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Camera manufacturer, exact model, and lens specifications.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Hardware serial numbers permanently attribute photos to owners.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Firmware revisions expose unpatched software vulnerabilities.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⏰ Temporal Routine Tracking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High-precision timestamps record time down to the exact second.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Aggregated photo collections reveal daily working hours and habits.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Provides cyber-adversaries with chronological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☁️ Cloud Scrubber Privacy Trap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Existing online metadata removers require uploading files to 3rd-party servers.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Users must trade cloud storage privacy to remove local metadata.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Creates secondary data leakage vectors and unauthorized retention.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PROBLEM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Project Objectives &amp; Technical Scope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MEASURABLE ENGINEERING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Deep Forensic Extraction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Extract and decode raw EXIF IFD tags into human-readable photography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2. Cryptographic Integrity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Compute in-memory MD5, SHA-1, and SHA-256 hashes to ensure chain of custody.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3. Geospatial Mapping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Convert sexagesimal DMS coordinates to decimal degrees and render interactive 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AI Prompt Discovery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Inspect PNG text chunks (tEXt, iTXt) to uncover Stable Diffusion / Midjourney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5. In-Memory Sanitization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Strip all EXIF and GPS tags in-memory while preserving orientation via exif_transpose.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6. Multi-Format Reporting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Generate multi-page PDF forensic audit reports (fpdf2), JSON payloads, and CSV matrices.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PROJECT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Existing Solutions vs. Proposed Img_Analyze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COMPARATIVE ARCHITECTURE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EXISTING SYSTEMS &amp; LIMITATIONS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ExifTool / Command-Line: Steep learning curve for non-technical users; lacks visual maps and automated threat scoring.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Online Web Uploaders: Requires uploading private media to remote 3rd-party cloud servers, worsening data exposure.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Default OS Viewers: Display minimal data; no cryptographic hashing, flash bitmask parsing, or AI prompt detection.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Destructive Strippers: Often delete orientation tags blindly, causing portrait photos to rotate or flip upside down upon sharing.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PROPOSED IMG_ANALYZE SYSTEM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100% In-Memory Processing: Air-gapped local execution via io.BytesIO. Zero disk footprint and zero telemetry.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Dual-Interface Flexibility: Modern Streamlit Web Dashboard + lightweight CLI for automated terminal scripting.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Multidimensional Forensics: Hashes, camera telemetry, GPS coordinates, 6-color palette, and AI generation parameters.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Lossless Orientation Scrubber: Normalizes pixel transposition before EXIF strip to guarantee upright, clean sharing.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SYSTEM STUDY &amp;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Proposed System: Core Capabilities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FORENSIC AUDITING &amp; SANITIZATION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🛡️ Zero-Disk Footprint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All files processed in RAM using io.BytesIO.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Zero temp files or disk artifacts left on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📍 Interactive Geocoding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DMS to decimal conversion with hemisphere handling.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Direct PyDeck maps + OpenStreetMap iframe layers.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🎨 Palette Quantization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MEDIANCUT algorithm surfaces top 6 dominant colors.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Perceptual luminance &amp; RMS contrast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🤖 AI Generation Tracing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Inspects PNG chunks for Stable Diffusion &amp; Midjourney.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Extracts positive prompts, negative prompts, and seeds.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🔄 Lossless Transpose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Auto-corrects photo rotation using exif_transpose.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Prevents upside-down images after metadata strip.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📑 Forensic PDF Export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Multi-page formatted PDF report using fpdf2.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Structured JSON &amp; batch CSV matrix download.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PROPOSED 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System Architecture &amp; Processing Pipeline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INGESTION ➔ EXTRACTION ➔ SANITIZATION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DATA FLOW &amp; PIPELINE TOPOLOGY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▶  1. Ingestion Layer:  Supports drag-and-drop file stream directly into memory (JPEG, PNG, WebP, TIFF, BMP, GIF).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▶  2. Cryptographic Engine:  Computes MD5, SHA-1, and SHA-256 hashes in-memory for forensic chain-of-custody verification.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▶  3. Telemetry Parser:  Extracts raw IFD blocks; decodes Aperture (f-stop), Shutter (fractions), ISO, and Flash bitmasks.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▶  4. Geolocation Engine:  Converts DMS tuples to signed decimal coordinates and renders OpenStreetMap / PyDeck layers.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▶  5. Sanitization Engine:  Transposes pixels to upright orientation, strips EXIF/APP1 blocks, and outputs a clean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ARCHITECTURAL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Cryptographic Hashes &amp; Telemetry Decoding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FORENSIC INTEGRITY &amp; BITMASK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CRYPTOGRAPHIC CHAIN OF CUSTODY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Calculates MD5, SHA-1, and SHA-256 checksums in-memory directly from raw stream.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Establishes tamper-evident baseline before performing any metadata extraction.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Ensures that sanitized outputs can be mathematically proven distinct from originals.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Supports digital forensics law-enforcement evidentiary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FLASH BITMASK &amp; OPTICS DECODING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Raw EXIF Flash tags store complex operational states inside single integer bitmasks.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Bit 0: Flash fired / did not fire.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Bits 1-2: Strobe return light detection status.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Bits 3-4: Compulsory flash mode / suppressive mode.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Bit 6: Red-eye reduction mode enabled.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Translates raw shutter timings (e.g., 0.004) into human photographic fractions (1/250 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FORENSIC CRYPTOGRAPHY &amp; OPTICS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Geolocation &amp; Coordinate Mathematics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SEXAGESIMAL DMS TO DECIMAL DEGREE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MATHEMATICAL FORMULA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EXIF GPS tags store coordinates as rational degree, minute, and second tuples.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Conversion Algorithm: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Decimal = Degrees + (Minutes / 60.0) + (Seconds / 3600.0)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Hemispheric Negation: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If GPSLatitudeRef == 'S': Decimal = -Decimal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If GPSLongitudeRef == 'W': Decimal = -Decimal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Altitude Calculation: Resolves altitude in meters referencing sea level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MAPPING &amp; RECONNAISSANCE LAYER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Native PyDeck Map: Embeds pinpointed vector markers directly inside the UI.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OpenStreetMap Iframe: Loads street-level cartographic tiles without API keys.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One-Click Navigators: Direct hyperlinks to Google Maps, Apple Maps, and OSM.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High Risk Warning: Prominently warns users if photos expose home coordinates.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GEOLOCATION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Modular Subsystem Breakdown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CORE CODEBASE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extractor.py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Core extraction engine: parses IFDs, color spaces, bit depth, and generates hashes.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formatter.py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Telemetry translator: decodes shutter fractions, apertures, and bitmask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gps.py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Geospatial engine: converts DMS to signed decimals and constructs navigation URLs.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batch.py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Batch coordinator: multi-image matrices, aggregate stats, and multi-point map plots.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pdf_export.py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Document builder: generates formatted multi-page digital forensic PDF audit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120640" cy="137160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app.py / cli.py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Dual interfaces: Interactive Streamlit web dashboard + headless CLI 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MODULE SPECIFICATIONS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Technologies &amp; Environmental Stack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PROGRAMMING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Python 3.10+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Core programming language.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Robust in-memory byte stream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Pillow (PIL 10.0+)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Advanced image processing.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ExifTags, ImageOps &amp; color quantization.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Streamlit 1.30+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Interactive web dashboard.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Native tabs, file dropzone &amp; PyDeck 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fpdf2 2.8+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Multi-page PDF generation engine.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Constructs formal forensic audit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Pandas &amp; NumPy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Dataframe manipulation.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Generates side-by-side batch comparison matrices.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Standard Hashlib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In-memory cryptographic digests.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Calculates MD5, SHA-1, and SHA-256.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TECHNOLOGY SPECIFICATIONS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Visual Analytics &amp; AI Prompt Tracing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COMPUTER VISION &amp; GENERATIVE MEDIA FORENSICS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COLOR PALETTE &amp; LIGHTING ANALYSIS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Dominant Colors: Uses Pillow's MEDIANCUT quantization to isolate the top 6 dominant colors.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Outputs Hex color codes, RGB channels, and precise surface coverage percentages.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Perceptual Luminance: Computes brightness via Rec. 601 formula (Y = 0.299R + 0.587G + 0.114B).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RMS Contrast: Classifies lighting into High-Key, Low-Key, or Balanced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AI GENERATION CHUNK INSPECTION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AI generators (Stable Diffusion, Midjourney, ComfyUI) embed metadata inside PNG text chunks.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Engine parses tEXt, zTXt, and iTXt ancillary chunks.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Extracts positive generation prompts, negative prompts, seed values, CFG scale, and steps.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Provides immediate forensic attribution for synthetic/AI-generated media.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VISUAL &amp; AI FORENSICS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System Testing &amp; Quality Assurance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AUTOMATED TEST MATRIX (48 TEST CASES)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AUTOMATED TEST SUITE COVERAGE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test_image_details.py: Validates dimensions, bit depth, color modes, and hash integrity across 6 formats.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test_batch.py: Tests multi-file aggregation, risk categorization, and comparative matrix calculations.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test_pdf_export.py: Validates multi-page PDF generation, table formatting, and Unicode stability.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test_streamlit_app.py: Headless Streamlit AppTest validating UI reactivity, widgets, and tab switching.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EMPIRICAL EVALUATION RESULTS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Extraction Accuracy: 100% EXIF tag retention with zero unhandled exceptions.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Scrubbing Verification: Confirmed 0 bytes of residual metadata post-sanitization.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Orientation Invariance: Flawlessly preserved vertical portrait shots using exif_transpose.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Network Privacy: Zero telemetry verified (gatherUsageStats = false).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TESTING &amp;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Conclusion &amp; Future Enhancements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RESEARCH SUMMARY &amp; TECHNICAL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PROJECT CONCLUSION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Successfully built an end-to-end OSINT metadata auditing and in-memory sanitization suite.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Combines cryptographic chain-of-custody tracking with interactive geocoding and visual analytics.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Eliminates reliance on insecure third-party cloud uploaders via 100% local in-memory execution.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Provides users and forensic auditors with complete digital privacy autonomy.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141B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FUTURE ENHANCEMENTS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Computer Vision Redaction: Integrate local YOLO/OpenCV models to blur visible faces and license plates.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Camera RAW Support: Expand native decoding to proprietary formats (.CR2, .NEF, .ARW, .DNG).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Video Container Forensics: Extend atom parsers to MP4, MOV, and MKV video container telemetry.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</a:defRPr>
            </a:pPr>
            <a:r>
              <a:t>•  Automated CLI Daemon: Background folder watcher for instant automated scrubbing.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SONA COLLEGE OF ARTS AND SCIENCE  •  BCA FINAL-YEAR PROJECT  •  CONCLUDING SUMMARY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Application Screenshots: Live System Demonstration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VERIFIED EXECUTION VIEWS &amp; AUDIT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685800" cy="3657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0"/>
              </a:spcBef>
              <a:defRPr sz="1000" b="1">
                <a:solidFill>
                  <a:srgbClr val="38BDF8"/>
                </a:solidFill>
              </a:defRPr>
            </a:pPr>
            <a:r>
              <a:t>1. Home Dashboard &amp; Dropzone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0"/>
              </a:spcBef>
              <a:defRPr sz="1000" b="1">
                <a:solidFill>
                  <a:srgbClr val="38BDF8"/>
                </a:solidFill>
              </a:defRPr>
            </a:pPr>
            <a:r>
              <a:t>2. In-Memory Image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0"/>
              </a:spcBef>
              <a:defRPr sz="1000" b="1">
                <a:solidFill>
                  <a:srgbClr val="38BDF8"/>
                </a:solidFill>
              </a:defRPr>
            </a:pPr>
            <a:r>
              <a:t>3. High Risk Alert (GPS Leak)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383280" cy="210312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0"/>
              </a:spcBef>
              <a:defRPr sz="1000" b="1">
                <a:solidFill>
                  <a:srgbClr val="38BDF8"/>
                </a:solidFill>
              </a:defRPr>
            </a:pPr>
            <a:r>
              <a:t>4. Low Risk Sanitized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39"/>
            <a:ext cx="3383280" cy="210312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0"/>
              </a:spcBef>
              <a:defRPr sz="1000" b="1">
                <a:solidFill>
                  <a:srgbClr val="38BDF8"/>
                </a:solidFill>
              </a:defRPr>
            </a:pPr>
            <a:r>
              <a:t>5. File Specs &amp; Hashing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49039"/>
            <a:ext cx="3383280" cy="2103120"/>
          </a:xfrm>
          <a:prstGeom prst="roundRect">
            <a:avLst/>
          </a:prstGeom>
          <a:solidFill>
            <a:srgbClr val="141B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0"/>
              </a:spcBef>
              <a:defRPr sz="1000" b="1">
                <a:solidFill>
                  <a:srgbClr val="38BDF8"/>
                </a:solidFill>
              </a:defRPr>
            </a:pPr>
            <a:r>
              <a:t>6. Camera Telemetry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17920"/>
            <a:ext cx="10728655" cy="411480"/>
          </a:xfrm>
          <a:prstGeom prst="roundRect">
            <a:avLst/>
          </a:prstGeom>
          <a:solidFill>
            <a:srgbClr val="141B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THANK YOU  •  QUESTIONS &amp; DISCUSSION  •  BCA FINAL YEAR PROJECT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